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E42916-BE35-D103-4B16-E53DDFCFA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664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4751F8-AF6F-AD1E-1AB5-D5BDC12A2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2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83260B-5F2F-CB91-A3BC-A18A0DE41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117"/>
            <a:ext cx="12191999" cy="68611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3C04BA-117F-EBD4-3455-37FCBE035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252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K.Nagarathinam</dc:creator>
  <cp:keywords/>
  <dc:description>generated using python-pptx</dc:description>
  <cp:lastModifiedBy>Aadesh N</cp:lastModifiedBy>
  <cp:revision>2</cp:revision>
  <dcterms:created xsi:type="dcterms:W3CDTF">2013-01-27T09:14:16Z</dcterms:created>
  <dcterms:modified xsi:type="dcterms:W3CDTF">2026-10-13T00:59:39Z</dcterms:modified>
  <cp:category/>
</cp:coreProperties>
</file>